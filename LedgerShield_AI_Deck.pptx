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/sessions/brave-pensive-allen/sr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822960" cy="822960"/>
          </a:xfrm>
          <a:prstGeom prst="rect">
            <a:avLst/>
          </a:prstGeom>
        </p:spPr>
      </p:pic>
      <p:pic>
        <p:nvPicPr>
          <p:cNvPr id="5" name="Image 1" descr="/sessions/brave-pensive-allen/sr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8288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20116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80160" y="5120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 Campus  ·  Dept. of Computer Science &amp; Engineering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280160" y="7498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 Prof. Asha Abraham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21945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457200" y="31272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Dual-Threat Intelligence Platform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Credit Risk Assessment  ×  DDoS Detection  ×  Cross-Domain Correlation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417320" y="395020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17320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15768" y="395020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15768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014216" y="395020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014216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312664" y="395020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12664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611112" y="395020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11112" y="3950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— Full Technical Walkthrough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5029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52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1521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55648"/>
            <a:ext cx="5029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19019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Credit Dataset &amp; Data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05456"/>
            <a:ext cx="5029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Module — LightGBM Ensemble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255264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255264"/>
            <a:ext cx="5029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401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4015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&amp; Risk Scoring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005072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005072"/>
            <a:ext cx="5029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41513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" y="4151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Detection — Neural Network Stack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005840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005840"/>
            <a:ext cx="50292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1152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11521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Correlation Engine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755648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755648"/>
            <a:ext cx="50292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86400" y="19019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Next.js 14 + API Layer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505456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505456"/>
            <a:ext cx="5029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86400" y="2651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+ Pydantic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3255264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255264"/>
            <a:ext cx="5029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401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486400" y="34015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Results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0600" y="4005072"/>
            <a:ext cx="41605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4005072"/>
            <a:ext cx="50292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41513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486400" y="4151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Deployment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Dual-threat intelligence combining credit risk + network security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828800"/>
            <a:ext cx="27432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1828800"/>
            <a:ext cx="5029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Dual-Threat Platform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46888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51560"/>
            <a:ext cx="5029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Credit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4813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+ RF + GB Ensemble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Indian customers (CIBIL)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class balancing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explainability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55080" y="1051560"/>
            <a:ext cx="246888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051560"/>
            <a:ext cx="50292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DDoS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148132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4-Layer MLP Neural Network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+ GradBoost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Attack Type Simulation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SSE streaming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3246120"/>
            <a:ext cx="2286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103120" y="3246120"/>
            <a:ext cx="50292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3291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Correlation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threat fusion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228600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46120"/>
            <a:ext cx="5029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91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Next.js 14 Frontend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v2 · Tailwind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2331720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2331720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Credit Dataset &amp; Data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synthetic Indian customers — CIBIL scores, 8 occupations, 20 cities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187452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5029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424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1005840"/>
            <a:ext cx="187452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1005840"/>
            <a:ext cx="5029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0424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75688" y="14630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9896" y="1005840"/>
            <a:ext cx="187452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9896" y="1005840"/>
            <a:ext cx="50292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10424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31336" y="14630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95544" y="1005840"/>
            <a:ext cx="187452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95544" y="1005840"/>
            <a:ext cx="5029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0424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300–900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86984" y="14630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 Range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51192" y="1005840"/>
            <a:ext cx="187452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51192" y="1005840"/>
            <a:ext cx="5029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0424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42632" y="14630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1874520"/>
            <a:ext cx="4937760" cy="28803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1874520"/>
            <a:ext cx="50292" cy="2880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920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data/indian_data_generator.py  ·  IndianCreditDataGenerator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167128"/>
            <a:ext cx="4846320" cy="2514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167128"/>
            <a:ext cx="274320" cy="2514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2221992"/>
            <a:ext cx="477316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 = ['Mumbai','Delhi','Bengaluru','Chennai','Hyderabad',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'Kolkata','Pune','Ahmedabad','Jaipur','Surat', ...]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OCCUPATIONS = ['IT Professional','Doctor','Business Owner',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'Government Employee','Teacher','Engineer',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'Retired','Self Employed']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cibil_score  = np.random.randint(300, 901)  # CIBIL 300-900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monthly_income = np.random.uniform(25000, 300000)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loan_amount    = monthly_income * np.random.uniform(10, 80)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 = monthly_debt / monthly_income  # debt-to-income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is_delinquent = int(risk_score &gt; 0.55)  # label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49240" y="1874520"/>
            <a:ext cx="3474720" cy="28803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49240" y="1874520"/>
            <a:ext cx="50292" cy="2880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(20 fields)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2240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36208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name, age, city, occupation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2587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2587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loan_amount, loan_tenure_months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40680" y="29352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36208" y="29352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cibil_score, credit_utilization, num_credit_lines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40680" y="32826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36208" y="3282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num_late_payments, employment_years, monthly_emi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40680" y="3630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36208" y="3630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shopping, travel, entertainment, utilities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40680" y="3977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36208" y="39776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debt_to_income, savings_rate, credit_score_band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40680" y="4325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36208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is_delinquent (0/1), risk_score, risk_category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Module — LightGBM Ensemble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soft voting with SMOTE class balancing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1463040" cy="822960"/>
          </a:xfrm>
          <a:prstGeom prst="rect">
            <a:avLst/>
          </a:prstGeom>
          <a:solidFill>
            <a:srgbClr val="112240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Customers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41732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005840"/>
            <a:ext cx="1463040" cy="822960"/>
          </a:xfrm>
          <a:prstGeom prst="rect">
            <a:avLst/>
          </a:prstGeom>
          <a:solidFill>
            <a:srgbClr val="112240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005840"/>
            <a:ext cx="1463040" cy="822960"/>
          </a:xfrm>
          <a:prstGeom prst="rect">
            <a:avLst/>
          </a:prstGeom>
          <a:solidFill>
            <a:srgbClr val="112240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005840"/>
            <a:ext cx="1463040" cy="822960"/>
          </a:xfrm>
          <a:prstGeom prst="rect">
            <a:avLst/>
          </a:prstGeom>
          <a:solidFill>
            <a:srgbClr val="1122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Boost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41732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005840"/>
            <a:ext cx="1463040" cy="822960"/>
          </a:xfrm>
          <a:prstGeom prst="rect">
            <a:avLst/>
          </a:prstGeom>
          <a:solidFill>
            <a:srgbClr val="1122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005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82880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148840"/>
            <a:ext cx="2743200" cy="640080"/>
          </a:xfrm>
          <a:prstGeom prst="rect">
            <a:avLst/>
          </a:prstGeom>
          <a:solidFill>
            <a:srgbClr val="1122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Risk Score (0–1)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502920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5029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71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models/credit_risk.py  ·  CreditRiskPredictor.train()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200400"/>
            <a:ext cx="4937760" cy="1673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00400"/>
            <a:ext cx="274320" cy="1673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255264"/>
            <a:ext cx="486460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Balance classes with SMOTE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X_bal, y_bal = SMOTE(random_state=42).fit_resample(X_train, 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Three base learners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lgb = LGBMClassifier(n_estimators=200, learning_rate=0.05)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 = GradientBoostingClassifier(n_estimators=100)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 = RandomForestClassifier(n_estimators=150)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Soft-voting ensemble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 = VotingClassifier(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[('lgb',lgb),('xgb',xgb),('rf',rf)],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voting='soft').fit(X_bal, y_bal)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926080"/>
            <a:ext cx="342900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2926080"/>
            <a:ext cx="50292" cy="2011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971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Mapping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3310128"/>
            <a:ext cx="12801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0.30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32120" y="3694176"/>
            <a:ext cx="12801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694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0.55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4078224"/>
            <a:ext cx="12801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0.75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32120" y="4462272"/>
            <a:ext cx="128016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08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0.75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— Feature Engineering &amp; Preprocessing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SimpleImputer + 13-feature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models/credit_risk.py  ·  CreditRiskPredictor.preprocess()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9377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353312"/>
            <a:ext cx="486460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EXPECTED_FEATURES =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'income', 'credit_score', 'loan_amount',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'monthly_debt', 'employment_years', 'num_credit_lines',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'num_late_payments', 'credit_utilization',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'transaction_frequency', 'savings_balance', 'age'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# 13 features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preprocess(self, df, fit_scaler=False):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col in self.EXPECTED_FEATURES: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col not in df.columns: df[col] = 0  # fill missing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df[self.EXPECTED_FEATURES]   # enforce column 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 = self.imputer.fit_transform(df)  # handle NaN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 = (self.scaler.fit_transform if fit_scaler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self.scaler.transform)(X)  # normalize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pd.DataFrame(X, columns=self.EXPECTED_FEATURES)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005840"/>
            <a:ext cx="34290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005840"/>
            <a:ext cx="50292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cibil_score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32120" y="166420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664208"/>
            <a:ext cx="2560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389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3212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num_late_payments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32120" y="207568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075688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321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debt_to_income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248716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2487168"/>
            <a:ext cx="1828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212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2624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credit_utilization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32120" y="289864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898648"/>
            <a:ext cx="16459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624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3212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savings_rate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32120" y="331012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3310128"/>
            <a:ext cx="10972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3035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32120" y="3447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372160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3721608"/>
            <a:ext cx="9144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3447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321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32120" y="413308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4133088"/>
            <a:ext cx="731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38587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32120" y="4270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employment_years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32120" y="4544568"/>
            <a:ext cx="310896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2120" y="4544568"/>
            <a:ext cx="5486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4270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&amp; Risk Scoring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feature attribution computed inline at prediction 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2331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backend/main.py  ·  /api/customer/{id}  ·  SHAP computation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937760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353312"/>
            <a:ext cx="48646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Normalize features → [0,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cibil_norm = (cibil_score - 300) / 600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 = row['num_late_payments']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  = row['debt_to_income']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Signed SHAP-style attributions (importance × deviation)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shap_values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'cibil_score':  -(cibil_norm - 0.75) * 0.28,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'late_pays':     (late / 15)          * 0.22,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'debt_to_inc':   (dti - 0.4)          * 0.20,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'utilization':   (util - 0.5)          * 0.18,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5029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401568"/>
            <a:ext cx="5029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472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Text Generation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93776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94176"/>
            <a:ext cx="2743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749040"/>
            <a:ext cx="486460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risk_factors = 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cibil_score &lt; 650: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risk_factors.append('Low CIBIL score (below 650)')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late_payments &gt; 3: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risk_factors.append(f'{late_payments} late payments recorded')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dti &gt; 0.5: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risk_factors.append('High debt-to-income ratio')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40680" y="1005840"/>
            <a:ext cx="34290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005840"/>
            <a:ext cx="50292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SHAP Values?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353312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assigns each feature a contribution score showing how much it pushed the prediction away from the average.
</a:t>
            </a:r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SHAP  →  increases risk
</a:t>
            </a:r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SHAP  →  decreases risk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every prediction explainable to a loan officer or regulator — not a black box.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0680" y="3401568"/>
            <a:ext cx="34290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0" y="3401568"/>
            <a:ext cx="5029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3447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Customer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32120" y="373075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waterfall chart per customer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factor bullet list (3–5 items)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Spending category breakdown
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 recommendation cards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Detection — Neural Network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MLP + RF + Gradient Boosting · 14 network flow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280160" cy="868680"/>
          </a:xfrm>
          <a:prstGeom prst="rect">
            <a:avLst/>
          </a:prstGeom>
          <a:solidFill>
            <a:srgbClr val="112240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54480" y="1440180"/>
            <a:ext cx="4389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005840"/>
            <a:ext cx="1280160" cy="868680"/>
          </a:xfrm>
          <a:prstGeom prst="rect">
            <a:avLst/>
          </a:prstGeom>
          <a:solidFill>
            <a:srgbClr val="112240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0058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73552" y="1440180"/>
            <a:ext cx="4389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1005840"/>
            <a:ext cx="1280160" cy="868680"/>
          </a:xfrm>
          <a:prstGeom prst="rect">
            <a:avLst/>
          </a:prstGeom>
          <a:solidFill>
            <a:srgbClr val="112240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0058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92624" y="1440180"/>
            <a:ext cx="4389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1005840"/>
            <a:ext cx="1280160" cy="868680"/>
          </a:xfrm>
          <a:prstGeom prst="rect">
            <a:avLst/>
          </a:prstGeom>
          <a:solidFill>
            <a:srgbClr val="112240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10058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11696" y="1440180"/>
            <a:ext cx="4389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1005840"/>
            <a:ext cx="1280160" cy="868680"/>
          </a:xfrm>
          <a:prstGeom prst="rect">
            <a:avLst/>
          </a:prstGeom>
          <a:solidFill>
            <a:srgbClr val="1122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0058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502920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011680"/>
            <a:ext cx="50292" cy="2834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574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models/ddos_detector.py  ·  DDoSDetector.train()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04288"/>
            <a:ext cx="493776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304288"/>
            <a:ext cx="27432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2359152"/>
            <a:ext cx="486460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Neural Network (MLP proxy for CNN-LSTM)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self.nn_model = MLPClassifier(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hidden_layer_sizes=(128, 64, 32, 16),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activation='relu', max_iter=500,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learning_rate='adaptive', random_state=42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Ensemble with RF + GradBoost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self.rf_model = RandomForestClassifier(n_estimators=150)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self.gb_model = GradientBoostingClassifier(n_estimators=100)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Weighted ensemble prediction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 = (nn_proba*0.5 + rf_proba*0.3 + gb_proba*0.2)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is_attack = int(proba[:,1].mean() &gt; 0.5)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0680" y="2011680"/>
            <a:ext cx="342900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0680" y="2011680"/>
            <a:ext cx="50292" cy="2834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0574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Attack Types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2377440"/>
            <a:ext cx="324612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2377440"/>
            <a:ext cx="5029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4231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95160" y="24231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 ×10, SYN flag ×20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32120" y="2999232"/>
            <a:ext cx="324612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32120" y="2999232"/>
            <a:ext cx="5029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30449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Flood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95160" y="304495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rate ×15, large packets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32120" y="3621024"/>
            <a:ext cx="324612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32120" y="3621024"/>
            <a:ext cx="50292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66674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Flood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366674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flood, port 80/443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32120" y="4242816"/>
            <a:ext cx="3246120" cy="53035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32120" y="4242816"/>
            <a:ext cx="50292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428853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95160" y="428853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Low-rate, connection exhaustion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Detection — Network Features &amp; Real-Time Streaming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14-feature flow analysis + Server-Sent Events (SSE)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2103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 Feature Engineering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93776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353312"/>
            <a:ext cx="486460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REQUIRED_FEATURES =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'packet_rate',    # pkts/sec — baseline normal: 100-1000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'byte_rate',      # bytes/sec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'packet_size_mean', 'packet_size_std',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'flow_duration',  # seconds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'protocol_type', # 0=TCP, 1=UDP, 2=HTTP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'src_ip_entropy', 'dst_port_entropy',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'syn_flag_count', 'ack_flag_count',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'fin_flag_count', 'rst_flag_count',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'flow_packets_per_sec', 'avg_inter_arrival_time'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3182112"/>
            <a:ext cx="502920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82112"/>
            <a:ext cx="5029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278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backend/main.py  ·  /api/ddos/stream  ·  SSE endpoint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493776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74720"/>
            <a:ext cx="27432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529584"/>
            <a:ext cx="486460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@app.get('/api/ddos/stream')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ddos_stream(attack_type='syn_flood'):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generate():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chunk in detector.simulate_attack(attack_type):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{'data': json.dumps(detector.predict(chunk))}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await asyncio.sleep(0.1)  # 10 fps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EventSourceResponse(generate())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1005840"/>
            <a:ext cx="3429000" cy="3867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005840"/>
            <a:ext cx="50292" cy="3867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14 Features?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packet_rate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95160" y="1371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10× above baseline signal flooding attacks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32120" y="1847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src_ip_entropy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995160" y="18470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= single-source DoS; high = distributed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2120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dst_port_entropy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95160" y="23225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repeatedly target same destination port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32120" y="27980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syn_flag_count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95160" y="279806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 creates thousands of half-open connections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32120" y="3273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avg_inter_arrival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95160" y="32735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IATimes indicate automated high-speed attack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2120" y="3749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flow_duration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9516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short flows = scan; very long = slowloris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32120" y="4224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packet_size_std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95160" y="42245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size distribution is sign of automation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Correlation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Novel: fusing financial risk events + cybersecurity incidents in real-time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3840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models/correlation_engine.py  ·  CrossDomainCorrelationEngine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9377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353312"/>
            <a:ext cx="486460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CorrelationEvent: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timestamp:     datetime   # when it happened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event_type:    str        # 'high_risk_application'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source_domain: str        # 'financial' | 'cyber'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severity:      AlertSeverity  # INFO/WARNING/HIGH/CRITICAL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correlation_id: str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CorrelationType(Enum):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TEMPORAL    = 'temporal'    # same time window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VOLUMETRIC  = 'volumetric'  # simultaneous spike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BEHAVIORAL  = 'behavioral'  # unusual patterns both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correlate(self, fin_events, cyber_events):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temporal overlap (5-min window)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overlapping = [e for e in cyber_events if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abs((e.ts - fin_event.ts).seconds) &lt; 300]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overlapping: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unified_score = max(fin_risk, cyber_risk) * 1.3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UnifiedAlert(severity=AlertSeverity.CRITICAL)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40680" y="1005840"/>
            <a:ext cx="342900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005840"/>
            <a:ext cx="50292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Cross-Domain Correlation?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353312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adversaries coordinate: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Financial fraud during DDoS window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DDoS masks fraudulent transactions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Single-domain systems miss this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detects these multi-vector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by fusing both event streams.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907792"/>
            <a:ext cx="3429000" cy="19385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2907792"/>
            <a:ext cx="50292" cy="19385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953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Escalation Logic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3246120"/>
            <a:ext cx="3355848" cy="152704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77256" y="3246120"/>
            <a:ext cx="274320" cy="1527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3300984"/>
            <a:ext cx="3282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temporal correlation found: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correlation_type == TEMPORAL: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max(fin, cyber) * 1.3  # amplify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 0.8: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UnifiedAlert(CRITICAL)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Next.js 14 App Router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Components · Tailwind CSS · TypeScript · 7 feature pages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0292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/app/dashboard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risk distribution, model metrics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024128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24128"/>
            <a:ext cx="50292" cy="14813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/app/customers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42032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table, 500 records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26864" y="1024128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24128"/>
            <a:ext cx="50292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/app/customers/[id]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18304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chart, spending, risk factors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03136" y="1024128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24128"/>
            <a:ext cx="50292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94576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/app/credit-risk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94576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form + result card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651760"/>
            <a:ext cx="50292" cy="14813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Monitor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/app/ddos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3364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+ attack detection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50592" y="2651760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2651760"/>
            <a:ext cx="50292" cy="14813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42032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/app/analytics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42032" y="3364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Occupation, city, CIBIL breakdowns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26864" y="2651760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2651760"/>
            <a:ext cx="50292" cy="14813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Demo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8304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/app/workflow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18304" y="3364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guided demo + simulations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03136" y="2651760"/>
            <a:ext cx="201168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03136" y="2651760"/>
            <a:ext cx="50292" cy="14813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4576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94576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/app/performance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94576" y="3364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charts + confusion matrix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API Layer &amp; Module-Level Caching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lib/api.ts + lib/cache.ts · 60s TTL · stale-while-revalidate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0" cy="2331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2331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frontend/lib/cache.ts  ·  Module-Level Cache (survives navigation)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937760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98448"/>
            <a:ext cx="274320" cy="1965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353312"/>
            <a:ext cx="486460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TTL = 60_000  // 60-second cache lifetime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store: { status?:CacheEntry&lt;SystemStatus&gt; } =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inflight: Record&lt;string,Promise&lt;any&gt;|undefined&gt; =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cached&lt;T&gt;(key, fetcher): Promise&lt;T&gt;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(fresh(store[key])) return store[key]!.data  // hit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(inflight[key]) return inflight[key]  // dedupe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inflight[key] = fetcher().then(data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store[key] = { data, fetchedAt: Date.now()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inflight[key]; return data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inflight[key]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5029200" cy="148132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401568"/>
            <a:ext cx="50292" cy="14813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472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frontend/lib/api.ts  ·  Axios client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694176"/>
            <a:ext cx="4937760" cy="11155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694176"/>
            <a:ext cx="27432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74904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axios.create({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'http://localhost:8000',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120000  // 2 min for training endpoints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getCustomers(page, filters)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api.get('/api/customers', { params 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40680" y="1005840"/>
            <a:ext cx="3429000" cy="386791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005840"/>
            <a:ext cx="50292" cy="3867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051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 (frontend contract)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77256" y="1325880"/>
            <a:ext cx="3355848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7256" y="1325880"/>
            <a:ext cx="2743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1380744"/>
            <a:ext cx="3282696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IndianCustomer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customer_id:  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  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cibil_score:   number  // 300-900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risk_category: 'Low'|'Medium'|'High'|'Critical'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income:        number  // annual INR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monthly_emi:   number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debt_to_income:number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spend_food:    number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is_delinquent: number  // 0 |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CustomersResponse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customers:   IndianCustomer[]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      number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total_pages: number  // was 'pages' — fixed!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per_page:    number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 + Pydantic v2 API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 · SSE streaming · CORS · Pydantic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27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Reference  ·  backend/main.py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353312"/>
            <a:ext cx="502920" cy="1737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35331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14400" y="1335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0" y="13350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+ uptime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572768"/>
            <a:ext cx="502920" cy="173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72768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1554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0" y="15544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1792224"/>
            <a:ext cx="502920" cy="173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79222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4400" y="17739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31920" y="17739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both models (5000 samples)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011680"/>
            <a:ext cx="502920" cy="173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01168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14400" y="1993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/api/predict/credit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31920" y="19933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risk prediction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2231136"/>
            <a:ext cx="502920" cy="173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31136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14400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31920" y="2212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customer list (filters)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2450592"/>
            <a:ext cx="502920" cy="173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45059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14400" y="2432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/api/customer/{id}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31920" y="24323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+ SHAP + recommendations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2670048"/>
            <a:ext cx="502920" cy="1737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670048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14400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/api/analytics/overview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31920" y="2651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risk breakdown, CIBIL distribution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2889504"/>
            <a:ext cx="502920" cy="1737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88950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14400" y="28712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/api/analytics/spending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931920" y="28712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category + occupation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" y="3108960"/>
            <a:ext cx="502920" cy="173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108960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14400" y="30906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/api/ddos/simulate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31920" y="3090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attack + detect (sync)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3328416"/>
            <a:ext cx="502920" cy="173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328416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14400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/api/ddos/stream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931920" y="33101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 traffic stream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47472" y="3547872"/>
            <a:ext cx="502920" cy="1737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547872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14400" y="3529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/api/correlation/analyze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931920" y="35295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correlation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3822192"/>
            <a:ext cx="859536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3822192"/>
            <a:ext cx="5029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8679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Request Validation (backend/main.py)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0040" y="4078224"/>
            <a:ext cx="8503920" cy="722376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4078224"/>
            <a:ext cx="274320" cy="72237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" y="4133088"/>
            <a:ext cx="84307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CreditPredictionRequest(BaseModel):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income: float = Field(..., gt=0)  # Required, must be &gt;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credit_score: int = Field(..., ge=300, le=850)  # CIBIL range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credit_utilization: float = Field(..., ge=0, le=1)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held-out 20% test set after training on 5,000 synthetic samples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3886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3886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Credit Risk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GradBoost + RandomForest Ensemble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682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682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75104"/>
            <a:ext cx="3617732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596896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596896"/>
            <a:ext cx="3563965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18688"/>
            <a:ext cx="3514039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547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840480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840480"/>
            <a:ext cx="353708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696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169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462272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462272"/>
            <a:ext cx="3736787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05840"/>
            <a:ext cx="4160520" cy="3886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005840"/>
            <a:ext cx="50292" cy="3886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515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DDoS Detection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13716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(MLP) + RandomForest + GradBoost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1682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16824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1975104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1975104"/>
            <a:ext cx="3717585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2596896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2596896"/>
            <a:ext cx="365229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Accuracy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0956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218688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218688"/>
            <a:ext cx="3636935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09560" y="3547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00600" y="3840480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3840480"/>
            <a:ext cx="3694542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09560" y="4169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0600" y="4462272"/>
            <a:ext cx="3840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4462272"/>
            <a:ext cx="374446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full-stack AI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251960" cy="17647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0292" cy="1764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69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481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LightGBM 4.x — gradient boosted trees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8013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scikit-learn — RF, GradBoost, MLP, SMOTE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1214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SHAP — explainability / feature attribution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4414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NumPy / Pandas — data processing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36592" y="1024128"/>
            <a:ext cx="4251960" cy="17647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024128"/>
            <a:ext cx="50292" cy="1764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69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82896" y="14813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FastAPI 0.110 — async REST + SSE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82896" y="18013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Pydantic v2 — request/response validation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82896" y="21214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Uvicorn — ASGI server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82896" y="24414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sse-starlette — Server-Sent Events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4251960" cy="17647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44368"/>
            <a:ext cx="50292" cy="1764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90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(TypeScript)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Next.js 14 — App Router + RSC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0624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18 — hooks, state, effects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0624" y="40416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Tailwind CSS — utility-first styling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624" y="4361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Axios — HTTP client + interceptors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36592" y="2944368"/>
            <a:ext cx="4251960" cy="176479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2944368"/>
            <a:ext cx="50292" cy="1764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00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Infrastructure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82896" y="3401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Indian synthetic dataset (500 customers)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82896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Module-level TTL cache (60s)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82896" y="40416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CORS middleware for local dev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82896" y="43616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START.sh — one-click launch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773168"/>
            <a:ext cx="8595360" cy="2011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773168"/>
            <a:ext cx="50292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Python 3.11  ·  Node.js 20  ·  Local Dev (localhost:3000 + localhost:8000)  ·  ReportLab for PDF poster generation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 &amp; Key Innovations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FinShield AI unique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8321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5196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515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Threat Correlation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 to correlate financial delinquency risk with concurrent DDoS attacks. Identifies coordinated multi-vector threats that single-domain systems miss. Achieves 1.3× severity amplification when temporal correlation detected.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36592" y="1005840"/>
            <a:ext cx="425196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005840"/>
            <a:ext cx="50292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515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0952" y="10789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CIBIL-Aligned Credit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4813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market: CIBIL 300–900 scoring, 8 occupation categories, 20 major cities, INR-denominated features. Generic Western credit models fail on Indian financial behavior patterns.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5196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77440"/>
            <a:ext cx="5029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231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24505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SHAP-Powered Explainability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8529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prediction comes with per-feature signed attributions, human-readable risk factors, and actionable recommendations — turning a black-box model into a transparent decision-support tool for loan officers.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36592" y="2377440"/>
            <a:ext cx="425196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377440"/>
            <a:ext cx="50292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231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30952" y="24505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 Attack Streaming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8529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detection uses Server-Sent Events for live traffic visualization. The frontend receives 10 frames/sec of attack telemetry, enabling real-time threat monitoring without WebSocket complexity.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425196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49040"/>
            <a:ext cx="50292" cy="1261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7947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8680" y="38221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Intelligent Caching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42245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TTL cache with inflight deduplication survives React navigation. Stale-while-revalidate pattern ensures users always see data instantly, while background refresh keeps it current.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3749040"/>
            <a:ext cx="425196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3749040"/>
            <a:ext cx="50292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947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30952" y="3822192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Zero-Demo Production Integration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22452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frontend pages wired directly to backend: 6 API contract mismatches fixed (field names, pagination, SHAP), eliminating all demo fallbacks so every displayed metric reflects real model output.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" name="Image 0" descr="/sessions/brave-pensive-allen/sr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777240" cy="777240"/>
          </a:xfrm>
          <a:prstGeom prst="rect">
            <a:avLst/>
          </a:prstGeom>
        </p:spPr>
      </p:pic>
      <p:pic>
        <p:nvPicPr>
          <p:cNvPr id="4" name="Image 1" descr="/sessions/brave-pensive-allen/sr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28600"/>
            <a:ext cx="777240" cy="777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560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188720" y="56692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  ·  Dept. of Computer Science &amp; Engineering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88720" y="80467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 Prof. Asha Abraham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457200" y="2377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365760" y="2907792"/>
            <a:ext cx="1572768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2907792"/>
            <a:ext cx="50292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29443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11480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048256" y="2907792"/>
            <a:ext cx="1572768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048256" y="2907792"/>
            <a:ext cx="5029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93976" y="29443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093976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Detection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30752" y="2907792"/>
            <a:ext cx="1572768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30752" y="2907792"/>
            <a:ext cx="5029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76472" y="29443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3776472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Customers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(CIBIL)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413248" y="2907792"/>
            <a:ext cx="1572768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13248" y="2907792"/>
            <a:ext cx="5029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58968" y="29443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5458968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Mismatches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095744" y="2907792"/>
            <a:ext cx="1572768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095744" y="2907792"/>
            <a:ext cx="5029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141464" y="29443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3+2+1</a:t>
            </a:r>
            <a:endParaRPr lang="en-US" sz="2400" dirty="0"/>
          </a:p>
        </p:txBody>
      </p:sp>
      <p:sp>
        <p:nvSpPr>
          <p:cNvPr id="29" name="Text 25"/>
          <p:cNvSpPr/>
          <p:nvPr/>
        </p:nvSpPr>
        <p:spPr>
          <a:xfrm>
            <a:off x="7141464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Prof. Asha Abraham  ·  2026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74320" y="4997196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FinShield AI  ·  SRM Institute of Science and Technology  ·  Dept. of CSE  ·  Faculty: Prof. Asha Abraham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8503920" y="499719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FinShield AI — Unified Dual-Threat Intelligence Platform</dc:title>
  <dc:subject>PptxGenJS Presentation</dc:subject>
  <dc:creator>FinShield AI Team — SRM IST</dc:creator>
  <cp:lastModifiedBy>FinShield AI Team — SRM IST</cp:lastModifiedBy>
  <cp:revision>1</cp:revision>
  <dcterms:created xsi:type="dcterms:W3CDTF">2026-04-12T14:44:56Z</dcterms:created>
  <dcterms:modified xsi:type="dcterms:W3CDTF">2026-04-12T14:44:56Z</dcterms:modified>
</cp:coreProperties>
</file>